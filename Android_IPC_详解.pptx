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 跨进程通信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(IPC) 机制详解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5 到 16 期间 IPC 使用方式全解析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跨进程通信方式概览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信使机制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 接口定义语言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 内容提供器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共享内存方案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驱动原理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 原生 IPC 机制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 (Pipe)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840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 (Signal)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840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信号量 (Semaphore)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840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共享内存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3840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消息队列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3840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套接字 (Socket)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在 Linux 内核基础上运行，因此 Linux 中的 IPC 机制在 Android 中基本都能使用。但由于性能和适用性限制，Android 提供了更高效的替代方案。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 特有 IPC 方式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828800" cy="548640"/>
          </a:xfrm>
          <a:prstGeom prst="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1828800" cy="548640"/>
          </a:xfrm>
          <a:prstGeom prst="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1828800" cy="548640"/>
          </a:xfrm>
          <a:prstGeom prst="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ContentProvider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200400"/>
            <a:ext cx="1828800" cy="548640"/>
          </a:xfrm>
          <a:prstGeom prst="rect">
            <a:avLst>
              <a:gd name="adj" fmla="val 16667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MemoryFile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0" y="4114800"/>
            <a:ext cx="1828800" cy="548640"/>
          </a:xfrm>
          <a:prstGeom prst="rect">
            <a:avLst>
              <a:gd name="adj" fmla="val 1666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Binder 实现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基于共享内存实现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Messenger - 轻量级 IPC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可以翻译为「信使」，通过它可以在不同进程中传递 Message 对象，底层实现是 AIDL。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212080" y="1645920"/>
            <a:ext cx="3200400" cy="29260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31920" y="25603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31920" y="3200400"/>
            <a:ext cx="128016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serviceMessenger: 向服务发送消息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clientMessenger: 接收服务返回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ClientHandler: 处理服务端消息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ServerHandler: 处理客户端消息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651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replyTo: 回复客户端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主动推送消息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AIDL - 接口定义语言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AIDL (Android Interface Definition Language) 用于定义客户端和服务端都认可的编程接口，实现跨进程方法调用。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320040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IRemoteService.aidl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IRemoteService 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getMessage(String clientMsg);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支持基本数据类型、String、List、Map、Parcelable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in/out/inout 参数方向标记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支持接口回调 (oneway 关键字)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支持异常处理 (RemoteException)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ContentProvider - 数据共享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ContentProvider 用于在不同应用间共享数据，底层通过 Binder 实现，常用于访问系统数据（联系人、媒体等）。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1097280"/>
          </a:xfrm>
          <a:prstGeom prst="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查询数据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1828800" cy="1097280"/>
          </a:xfrm>
          <a:prstGeom prst="rect">
            <a:avLst>
              <a:gd name="adj" fmla="val 8333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28800"/>
            <a:ext cx="1828800" cy="1097280"/>
          </a:xfrm>
          <a:prstGeom prst="rect">
            <a:avLst>
              <a:gd name="adj" fmla="val 8333"/>
            </a:avLst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1828800"/>
            <a:ext cx="1828800" cy="1097280"/>
          </a:xfrm>
          <a:prstGeom prst="rect">
            <a:avLst>
              <a:gd name="adj" fmla="val 8333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删除数据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82296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 格式: content://com.example.provider/table_name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 Cursor 返回查询结果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支持权限控制，保护数据安全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共享内存方案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共享内存是最快的 IPC 方式，无须复制数据，直接附加到进程虚拟地址空间。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MemoryFile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适用于 Android 5-7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基于 ashmem 驱动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ParcelFileDescriptor 传递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需要手动同步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SharedMemory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8+ (API 27)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封装 MemoryFile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更简洁的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支持设置保护模式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Binder 驱动原理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 是 Android 最核心的 IPC 机制，基于 Linux 的 mmap 内存映射实现，只需一次数据拷贝。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286000" cy="1828800"/>
          </a:xfrm>
          <a:prstGeom prst="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0" y="1645920"/>
            <a:ext cx="2286000" cy="1828800"/>
          </a:xfrm>
          <a:prstGeom prst="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Binder 驱动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645920"/>
            <a:ext cx="2286000" cy="1828800"/>
          </a:xfrm>
          <a:prstGeom prst="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560320"/>
            <a:ext cx="6858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715000" y="2560320"/>
            <a:ext cx="6858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mmap 内存映射，仅一次拷贝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基于 C/S 架构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支持线程池管理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安全性好（UID/PID 识别）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640080"/>
          </a:xfrm>
          <a:prstGeom prst="rect">
            <a:avLst>
              <a:gd name="adj" fmla="val 14286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轻量级，适合简单消息传递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6400800" cy="640080"/>
          </a:xfrm>
          <a:prstGeom prst="rect">
            <a:avLst>
              <a:gd name="adj" fmla="val 14286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复杂接口调用，支持双向通信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834640"/>
            <a:ext cx="6400800" cy="640080"/>
          </a:xfrm>
          <a:prstGeom prst="rect">
            <a:avLst>
              <a:gd name="adj" fmla="val 14286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ContentProvider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数据共享，CRUD 操作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566160"/>
            <a:ext cx="6400800" cy="640080"/>
          </a:xfrm>
          <a:prstGeom prst="rect">
            <a:avLst>
              <a:gd name="adj" fmla="val 14286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共享内存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大数据传输，性能最优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297680"/>
            <a:ext cx="6400800" cy="640080"/>
          </a:xfrm>
          <a:prstGeom prst="rect">
            <a:avLst>
              <a:gd name="adj" fmla="val 14286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4498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IPC 的基石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跨进程通信(IPC)详解</dc:title>
  <dc:subject>PptxGenJS Presentation</dc:subject>
  <dc:creator>Android IPC</dc:creator>
  <cp:lastModifiedBy>Android IPC</cp:lastModifiedBy>
  <cp:revision>1</cp:revision>
  <dcterms:created xsi:type="dcterms:W3CDTF">2026-04-17T07:59:41Z</dcterms:created>
  <dcterms:modified xsi:type="dcterms:W3CDTF">2026-04-17T07:59:41Z</dcterms:modified>
</cp:coreProperties>
</file>